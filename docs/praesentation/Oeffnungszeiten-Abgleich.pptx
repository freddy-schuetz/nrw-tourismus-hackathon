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Es geht nicht um ein IT-Projekt, sondern um den Gast, der vor einer verschlossenen Tür steht. 1161 Gastronomie-Datensätze im Datenpool der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wichtigste Satz der Präsentation. Leere Öffnungszeiten sind schlimmer als veraltete, weil sie öffentlich als "immer geöffnet" erscheinen. 43 Betriebe im Bestand betroffen.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Moment, in dem es klick macht. Drei Quellen widersprechen sich, und die Erklärung liegt im Datensatz selbst: die Frühstückszeit wurde als Öffnungszeit eingetragen. Fr/Sa geht es zudem bis 23 statt 22 Uhr.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Perspektivwechsel: Aus einer Aufgabe wird eine Frage mit drei fertigen Antworten. Der Aufwand liegt beim Ablauf, nicht beim Menschen.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getrennte n8n-Abläufe, weil zwischen "fragen" und "antworten" Tage liegen. Die Fragebogen-Seite ist nötig, weil E-Mail-Programme Formulare aus Sicherheitsgründen entfernen — eine Mail kann nichts abschicken.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Quellen werden auf eine Wochenstruktur in Minuten gebracht. Erst dadurch ist "Mo 11-14, 17-22" dasselbe wie "Montag 11:00-14:00 und 17:00-22:00 Uhr".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die Antwort auf die Frage "kann man einer KI so etwas überlassen?". Die Antwort: lesen ja, entscheiden nein. Jede Angabe wird gegen den Originaltext geprüft. Und: kommen aus dem Modell nicht genau so viele Antworten wie Fragen gestellt wurden, wird gar nichts übernommen — sonst landen Zeiten beim falschen 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215/216 einige Datensätze wurden bewusst nicht angefasst — das ist der Beweis, dass der Vergleich bedeutungsgleich arbeitet und nicht bei jedem Betrieb Alarm schlägt.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Kern des Nutzens: Der Aufwand wandert vom Menschen zum Ablauf. Und der Nutzen ist nicht nur "bessere Daten", sondern weniger Arbeit für die, die heute nachtelefonieren.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 im Ton: Das ist kein Schlamperei-Befund. Wer weiß, dass Gäste "kann ich da jetzt essen?" fragen, trägt die Küchenzeit in das einzige Feld ein, das gefüllt wird.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Ehrlich bleiben: Der Ablauf verschickt heute keine Mail und ändert heute keinen Datensatz. Beides ist doppelt verriegelt — Versand-Node abgeschaltet UND Testmodus.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Abschluss-Satz. Danach Übergang zur Demo: der Fragebogen im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FB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· Teutoburger Wald Tourismus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54480"/>
            <a:ext cx="9601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Öffnungszeiten,</a:t>
            </a:r>
            <a:endParaRPr lang="en-US" sz="6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stimmen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023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Ablauf, der falsche Öffnungszeiten selbst findet, genau eine Frage stellt — und die Antwort zurück in die Datenbank bringt.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5212080"/>
            <a:ext cx="1280160" cy="50292"/>
          </a:xfrm>
          <a:prstGeom prst="rect">
            <a:avLst/>
          </a:prstGeom>
          <a:solidFill>
            <a:srgbClr val="8FB4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1161 Gastro-Datensätze · Mandant teutoburgerwald ·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Problem ist nicht die Lücke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A92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Eintrag heißt für den Gast: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A92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 geöffnet.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718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 die Öffnungszeiten, zeigt der TeutoNavigator den Betrieb als „immer geöffnet“. Das ist keine fehlende Angabe — das ist eine falsche. Der Gast fährt hin und steht vor der Tür.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325880"/>
            <a:ext cx="3794760" cy="397764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138160" y="16276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92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609344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Datensätze ohne Öffnungszeiten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9260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2907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haben die Zeiten nur als Fließtext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2245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4206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älter als 12 Monate — der geplante Auslöser hätte nichts gefunden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34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 nachprüfen hieße: jeden Betrieb aufrufen, Webseite und Google vergleichen, nachtelefonieren. Das macht niemand für 1161 Datensätze.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echter Fall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Benni´s Kitchen, Delbrück. Drei Quellen, drei Antworten. Rot ist, was abweicht.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3520440" cy="50292"/>
          </a:xfrm>
          <a:prstGeom prst="rect">
            <a:avLst/>
          </a:prstGeom>
          <a:solidFill>
            <a:srgbClr val="5A6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Datenbank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23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752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7752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geschlossen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18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1181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610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34610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03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803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468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41468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17:00–22:00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897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4489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17:00–22:00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182880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828800"/>
            <a:ext cx="3520440" cy="50292"/>
          </a:xfrm>
          <a:prstGeom prst="rect">
            <a:avLst/>
          </a:prstGeom>
          <a:solidFill>
            <a:srgbClr val="8A6A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9432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Beschreibungstext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24323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01768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09:30–14:00, 17:00–22:00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27752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01768" y="27752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geschlossen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3118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01768" y="31181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09:30–14:00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99432" y="34610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01768" y="34610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09:30–14:00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99432" y="3803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01768" y="3803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09:30–14:00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99432" y="41468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01768" y="41468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17:00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99432" y="44897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01768" y="4489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 17:00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19872" y="1828800"/>
            <a:ext cx="35204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19872" y="1828800"/>
            <a:ext cx="3520440" cy="50292"/>
          </a:xfrm>
          <a:prstGeom prst="rect">
            <a:avLst/>
          </a:prstGeom>
          <a:solidFill>
            <a:srgbClr val="2C5A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75904" y="19751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eigene Webseite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375904" y="24323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24323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375904" y="27752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27752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geschlossen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375904" y="3118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778240" y="31181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75904" y="34610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778240" y="34610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17:00–22:00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375904" y="38039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778240" y="3803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pPr indent="0" marL="0">
              <a:buNone/>
            </a:pPr>
            <a:r>
              <a:rPr lang="en-US" sz="1100" dirty="0">
                <a:solidFill>
                  <a:srgbClr val="12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–14:00, 17:00–23:00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75904" y="41468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778240" y="41468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17:00–23:00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375904" y="44897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778240" y="4489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16:00–21:30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5257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Auflösung steht im Datensatz daneben: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A92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„Frühstück: 09:30–11:30“.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Jemand hat die Frühstückszeit als Öffnungszeit eingetragen. Kein Mensch findet das durch Draufschauen — der Wirt kreuzt es in zehn Sekunden an.</a:t>
            </a:r>
            <a:endParaRPr lang="en-US" sz="1450" dirty="0"/>
          </a:p>
        </p:txBody>
      </p:sp>
      <p:sp>
        <p:nvSpPr>
          <p:cNvPr id="56" name="Text 54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8FB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Grundidee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um Datenpflege bitten.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Frage stellen.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3246120"/>
            <a:ext cx="384048" cy="384048"/>
          </a:xfrm>
          <a:prstGeom prst="ellipse">
            <a:avLst/>
          </a:prstGeom>
          <a:solidFill>
            <a:srgbClr val="F0836A"/>
          </a:solidFill>
          <a:ln w="12700">
            <a:solidFill>
              <a:srgbClr val="F083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154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8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„Bitte pflegen Sie Ihre Daten.“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5753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schlechtes Gewissen und keine Änderung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4480560"/>
            <a:ext cx="384048" cy="384048"/>
          </a:xfrm>
          <a:prstGeom prst="ellipse">
            <a:avLst/>
          </a:prstGeom>
          <a:solidFill>
            <a:srgbClr val="8FB4A3"/>
          </a:solidFill>
          <a:ln w="12700">
            <a:solidFill>
              <a:srgbClr val="8FB4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389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„Welche dieser drei Fassungen stimmt?“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8097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erzeugt einen Klick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3063240"/>
            <a:ext cx="4297680" cy="2788920"/>
          </a:xfrm>
          <a:prstGeom prst="roundRect">
            <a:avLst>
              <a:gd name="adj" fmla="val 1967"/>
            </a:avLst>
          </a:prstGeom>
          <a:solidFill>
            <a:srgbClr val="24443A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35240" y="32735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Drei, die es wissen können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680960" y="3813048"/>
            <a:ext cx="256032" cy="256032"/>
          </a:xfrm>
          <a:prstGeom prst="ellipse">
            <a:avLst/>
          </a:prstGeom>
          <a:solidFill>
            <a:srgbClr val="8FB4A3"/>
          </a:solidFill>
          <a:ln w="12700">
            <a:solidFill>
              <a:srgbClr val="8FB4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3785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Gastronom selbst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80960" y="4315968"/>
            <a:ext cx="256032" cy="256032"/>
          </a:xfrm>
          <a:prstGeom prst="ellipse">
            <a:avLst/>
          </a:prstGeom>
          <a:solidFill>
            <a:srgbClr val="8FB4A3"/>
          </a:solidFill>
          <a:ln w="12700">
            <a:solidFill>
              <a:srgbClr val="8FB4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65008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den Eintrag angelegt hat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680960" y="4818888"/>
            <a:ext cx="256032" cy="256032"/>
          </a:xfrm>
          <a:prstGeom prst="ellipse">
            <a:avLst/>
          </a:prstGeom>
          <a:solidFill>
            <a:srgbClr val="8FB4A3"/>
          </a:solidFill>
          <a:ln w="12700">
            <a:solidFill>
              <a:srgbClr val="8FB4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481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4791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ihn zuletzt bearbeitet hat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257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zuerst antwortet, entscheidet — der Gastronom hat das letzte Wort.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Umsetzung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Schritte, drei kleine Abläufe in n8n und eine Fragebogen-Seite.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48840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Finden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Datensätze lesen und drei Quellen bedeutungsgleich vergleichen. „Mo 11-14“ und „Montag 11:00–14:00 Uhr“ gelten als dasselbe.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187452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2148840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Mail mit persönlichem Link. Auf der Seite stehen die Fassungen nebeneinander — ankreuzen oder eigene Zeiten eintragen.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87452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148840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Prüfen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 zusammenführen und plausibilisieren. Unmögliche Zeiten werden abgelehnt. Bei Widerspruch entscheidet ein Mensch.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0848" y="187452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45168" y="2148840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4516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45168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Zurückschreiben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45168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 in destination.data, dazu eine Quittung mit Vorher und Nachher an alle Beteiligten.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Kern ist nicht das Verschicken, sondern das Vergleichen.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dieser Schritt schlampig ist, schlägt der Ablauf bei fast jedem Betrieb Alarm — und niemand nimmt ihn mehr ernst.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Quellen, ein Format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wenn alle Quellen dieselbe Struktur haben, lässt sich vergleichen.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02536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02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Datenbank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2585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strukturierte Feld in destination.data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96728" y="2075688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2C5A4B"/>
          </a:solidFill>
          <a:ln w="9525">
            <a:solidFill>
              <a:srgbClr val="2C5A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96728" y="2075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läuft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80720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935224"/>
            <a:ext cx="475488" cy="475488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935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Beschreibungstext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1912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Freitext im selben Datensatz — bei 43 % vorhanden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96728" y="3008376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2C5A4B"/>
          </a:solidFill>
          <a:ln w="9525">
            <a:solidFill>
              <a:srgbClr val="2C5A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96728" y="300837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läuft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73989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867912"/>
            <a:ext cx="475488" cy="475488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Webseite des Betriebs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123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Maschinenlesbar oder als Fließtext, von einem Sprachmodell gelesen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96728" y="3941064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2C5A4B"/>
          </a:solidFill>
          <a:ln w="9525">
            <a:solidFill>
              <a:srgbClr val="2C5A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96728" y="394106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läuft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467258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800600"/>
            <a:ext cx="475488" cy="475488"/>
          </a:xfrm>
          <a:prstGeom prst="ellipse">
            <a:avLst/>
          </a:prstGeom>
          <a:solidFill>
            <a:srgbClr val="5A6A63"/>
          </a:solidFill>
          <a:ln w="12700">
            <a:solidFill>
              <a:srgbClr val="5A6A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50566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API — der Fragebogen ist darauf vorbereitet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96728" y="4873752"/>
            <a:ext cx="9601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8A6A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96728" y="487375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2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geplant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 ist der Schlüssel für die 459 Datensätze, die Öffnungszeiten haben, aber keinen Freitext zum Vergleichen. Die waren vorher überhaupt nicht prüfbar.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KI liest. Entscheiden darf sie nicht.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Bremsen zwischen dem Sprachmodell und dem Fragebogen.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975104"/>
            <a:ext cx="457200" cy="457200"/>
          </a:xfrm>
          <a:prstGeom prst="ellipse">
            <a:avLst/>
          </a:prstGeom>
          <a:solidFill>
            <a:srgbClr val="A92F18"/>
          </a:solidFill>
          <a:ln w="12700">
            <a:solidFill>
              <a:srgbClr val="A92F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darf passen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901952"/>
            <a:ext cx="7269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„Auf Anfrage“, mehrere Saisons oder widersprüchliche Blöcke mehrerer Betriebe an einer Adresse: kein Fall. In 6 von 20 Fällen genutzt.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1064240" cy="7315"/>
          </a:xfrm>
          <a:prstGeom prst="rect">
            <a:avLst/>
          </a:prstGeom>
          <a:solidFill>
            <a:srgbClr val="D1D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26080"/>
            <a:ext cx="457200" cy="457200"/>
          </a:xfrm>
          <a:prstGeom prst="ellipse">
            <a:avLst/>
          </a:prstGeom>
          <a:solidFill>
            <a:srgbClr val="A92F18"/>
          </a:solidFill>
          <a:ln w="12700">
            <a:solidFill>
              <a:srgbClr val="A92F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529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Zeit-Gegenprobe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15968" y="2852928"/>
            <a:ext cx="7269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genannte Uhrzeit muss im Seitentext wirklich vorkommen. Das fängt erfundene Zeiten, ohne eine zweite KI zu brauchen.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730752"/>
            <a:ext cx="11064240" cy="7315"/>
          </a:xfrm>
          <a:prstGeom prst="rect">
            <a:avLst/>
          </a:prstGeom>
          <a:solidFill>
            <a:srgbClr val="D1D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877056"/>
            <a:ext cx="457200" cy="457200"/>
          </a:xfrm>
          <a:prstGeom prst="ellipse">
            <a:avLst/>
          </a:prstGeom>
          <a:solidFill>
            <a:srgbClr val="A92F18"/>
          </a:solidFill>
          <a:ln w="12700">
            <a:solidFill>
              <a:srgbClr val="A92F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039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Tag belegt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3803904"/>
            <a:ext cx="7269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leere Woche ist keine Aussage. Nennt die Seite gar keinen Wochentag, wird die Fassung verworfen statt geraten.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81728"/>
            <a:ext cx="11064240" cy="7315"/>
          </a:xfrm>
          <a:prstGeom prst="rect">
            <a:avLst/>
          </a:prstGeom>
          <a:solidFill>
            <a:srgbClr val="D1D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828032"/>
            <a:ext cx="457200" cy="457200"/>
          </a:xfrm>
          <a:prstGeom prst="ellipse">
            <a:avLst/>
          </a:prstGeom>
          <a:solidFill>
            <a:srgbClr val="A92F18"/>
          </a:solidFill>
          <a:ln w="12700">
            <a:solidFill>
              <a:srgbClr val="A92F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7548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Plausibilität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15968" y="4754880"/>
            <a:ext cx="7269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Durchgehend offen, Öffnung vor 5 Uhr, mehr als vier Ruhetage: auffällig, also nicht übernommen.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A92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Fehlalarme sind hier gefährlicher als übersehene Fälle.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der zweiten unnötigen Mail liest niemand mehr die dritte.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Gemessen, nicht behauptet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aus echten Läufen über den vollständigen Datenbestand.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48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Datensätze geprüft — in 79 Sekunden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2148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C5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waren in Ordnung und wurden nicht angefasst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2148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92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236208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Widersprüche gefunden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70848" y="21488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C5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9070848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erfundene Zeiten, 0 verwechselte Küchenzeiten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34340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86968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neun Fälle wurden von Hand nachgelesen. Alle neun waren echt. 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Folgelauf hat zusätzlich gezeigt, dass niemand zweimal gefragt wird: 48 offene Fälle wurden übersprungen, fünf Betriebe hat die Webseite bestätigt — dort war keine Mail nötig.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Vorteile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Gast, für die Datenpflege und für die Region.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12264"/>
            <a:ext cx="402336" cy="402336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9397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Gast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8775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Öffnungszeiten in TeutoNavigator, Open Data, Apps und Widgets — überall dort, wo der Datensatz ohnehin schon landet.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12264"/>
            <a:ext cx="402336" cy="402336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209397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Touristiker:innen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8775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Nachtelefonieren. Statt einer Pflege-Aufgabe kommt eine fertige Frage, und nur für die Fälle, die es wirklich sind.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87452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12264"/>
            <a:ext cx="402336" cy="402336"/>
          </a:xfrm>
          <a:prstGeom prst="ellipse">
            <a:avLst/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112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09397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Gastronom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58775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statt Datenbank-Formular. Er braucht keine Zugangsdaten und muss nichts installieren.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9476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32504"/>
            <a:ext cx="402336" cy="402336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01421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Aufwand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0799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1161 Datensätze in 79 Sekunden. Keine Personalstelle für systematische Prüfung, Kosten nur für rund 20 Modellaufrufe pro Lauf.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32504"/>
            <a:ext cx="402336" cy="402336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9432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401421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Datenqualität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50799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Nebenbei wird ein Feld gefüllt, das bei 88 % der Betriebe leer ist — die Küchenzeiten.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379476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75904" y="4032504"/>
            <a:ext cx="402336" cy="402336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75904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24544" y="4014216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Nachvollziehbar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507992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Festgehalten ist, wer wann welche Fassung bestätigt hat. Nichts wird still geändert, und niemand wird zweimal gefragt.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Funde, die weiter reichen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Ablauf zeigt nicht nur einzelne Fehler, sondern wie sie entstehen.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49240" cy="2606040"/>
          </a:xfrm>
          <a:prstGeom prst="roundRect">
            <a:avLst>
              <a:gd name="adj" fmla="val 2105"/>
            </a:avLst>
          </a:prstGeom>
          <a:solidFill>
            <a:srgbClr val="F7F0DC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21214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Küchenzeit sitzt im falschen Feld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6517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88 % der Betriebe ist das Feld für Küchenzeiten leer. Also trägt man die Küchenzeit dort ein, wo sie gelesen wird — bei den Öffnungszeiten. Verständlich, aber es kostet: bei einem Hotel fiel dadurch der ganze Sonntag aus dem Datensatz.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 wurde eine zweite Frage im Fragebogen: „Wann ist Ihre warme Küche geöffnet?“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1874520"/>
            <a:ext cx="5349240" cy="2606040"/>
          </a:xfrm>
          <a:prstGeom prst="roundRect">
            <a:avLst>
              <a:gd name="adj" fmla="val 2105"/>
            </a:avLst>
          </a:prstGeom>
          <a:solidFill>
            <a:srgbClr val="F7F0DC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01968" y="21214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Halb gepflegt sieht aus wie gepflegt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65176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Betrieb in Bad Salzuflen hat seine Zeiten geändert. In der Datenbank stehen Mittwoch und Donnerstag schon neu — Freitag, Samstag und Sonntag noch alt.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Jemand hat angefangen und ist nicht fertig geworden. Von außen ist das nicht zu sehen — genau deshalb findet es niemand von Hand.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 sind keine Tippfehler, sondern Muster — und damit Hinweise für die Schulung der Datenpflege, nicht Vorwürfe an einzelne Personen.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2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wir stehen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Gefährliche ist bewusst verriegelt, nicht vergessen.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21992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2C5A4B"/>
          </a:solidFill>
          <a:ln w="12700">
            <a:solidFill>
              <a:srgbClr val="2C5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2219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läuft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350008" y="20574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Finden, fragen, auswerten, entscheiden. Der Fragebogen ist im Netz, die Erkennung ist an den echten Daten gemessen, und wer schon gefragt wurde, wird nicht noch einmal gefragt.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86968" y="35204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A92F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5204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2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gesperrt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50008" y="3355848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Mailversand und Schreibzugriff. Die Adressen der Betriebe sind echt — solange getestet wird, geht jede Mail an eine Testadresse, und in die Datenbank wird nichts geschrieben.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47141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1DAD4"/>
            </a:solidFill>
            <a:prstDash val="solid"/>
          </a:ln>
          <a:effectLst>
            <a:outerShdw sx="100000" sy="100000" kx="0" ky="0" algn="bl" rotWithShape="0" blurRad="101600" dist="508" dir="5400000">
              <a:srgbClr val="9AA8A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968" y="481888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81888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350008" y="4654296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2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Schreibrechte für einen technischen Benutzer, eine Absenderadresse, ein eigener KI-Zugang — und Google Maps als vierte Quelle.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einzige echte Blocker ist organisatorisch: Schreibrechte auf die Öffnungszeiten für einen technischen Benutzer. Technisch ist es ein Baustein-Tausch.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Öffnungszeiten-Abgleich · destination.data · Teutoburger Wald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076127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574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 einer Bringschuld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wird ein Häkchen.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251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muss Daten pflegen. Es genügt, eine Frage zu beantworten, die schon fertig aufbereitet ist — und den Rest macht der Ablauf.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" y="5532120"/>
            <a:ext cx="1280160" cy="50292"/>
          </a:xfrm>
          <a:prstGeom prst="rect">
            <a:avLst/>
          </a:prstGeom>
          <a:solidFill>
            <a:srgbClr val="8FB4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4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Teutoburger Wald Tourismus · destination.data · gebaut mit n8n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Öffnungszeiten, die stimmen</dc:title>
  <dc:subject>PptxGenJS Presentation</dc:subject>
  <dc:creator>Teutoburger Wald Tourismus</dc:creator>
  <cp:lastModifiedBy>Teutoburger Wald Tourismus</cp:lastModifiedBy>
  <cp:revision>1</cp:revision>
  <dcterms:created xsi:type="dcterms:W3CDTF">2026-09-02T14:44:04Z</dcterms:created>
  <dcterms:modified xsi:type="dcterms:W3CDTF">2026-09-02T14:44:04Z</dcterms:modified>
</cp:coreProperties>
</file>